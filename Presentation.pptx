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68"/>
  </p:normalViewPr>
  <p:slideViewPr>
    <p:cSldViewPr snapToGrid="0">
      <p:cViewPr varScale="1">
        <p:scale>
          <a:sx n="127" d="100"/>
          <a:sy n="127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Sunday, December 7,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61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Sunday, December 7,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648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48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974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Sunday, December 7, 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85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655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07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7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26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24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4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Sunday, December 7,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3356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2E5B6AE-5EFE-45F0-A2AE-ED771CA3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1310DB-E970-DC64-64EA-C09B5B678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5" y="655199"/>
            <a:ext cx="4809745" cy="4896514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+mn-lt"/>
              </a:rPr>
              <a:t>Examining Health and Nutrition in South America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5B435-D9F3-4A31-B89E-36741390D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450000"/>
            <a:ext cx="54324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9D0DCA37-E98D-D250-6623-D2DE9CA495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26" r="4633"/>
          <a:stretch>
            <a:fillRect/>
          </a:stretch>
        </p:blipFill>
        <p:spPr>
          <a:xfrm>
            <a:off x="5127171" y="10"/>
            <a:ext cx="706482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9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D2E20-61FB-4118-ED96-F6E80060D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+mn-lt"/>
              </a:rPr>
              <a:t>Global Look at South America (KP)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7C759-2859-ADF5-783D-5391DDFEB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96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8DC6FFD-B9D3-A484-2033-12BCA21A4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+mn-lt"/>
              </a:rPr>
              <a:t>Adults of South America (Andrea)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2ADED6-7D9D-8374-3369-A03A7DDE2E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CD0C266-1118-9ECF-30E4-738C695DB1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67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aph of a number of children&#10;&#10;AI-generated content may be incorrect.">
            <a:extLst>
              <a:ext uri="{FF2B5EF4-FFF2-40B4-BE49-F238E27FC236}">
                <a16:creationId xmlns:a16="http://schemas.microsoft.com/office/drawing/2014/main" id="{7B9DC68E-5A85-61B0-FE02-62B0F489AEB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2901" y="1129764"/>
            <a:ext cx="6270171" cy="5478791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C92B46-717D-CDB5-49FF-E30A98C52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36404" y="1403604"/>
            <a:ext cx="4550796" cy="470579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Key observations:</a:t>
            </a:r>
          </a:p>
          <a:p>
            <a:pPr lvl="1"/>
            <a:r>
              <a:rPr lang="en-US" dirty="0"/>
              <a:t>Brazil has the largest numbers of both overweight and stunted children, with overweight children being the highest.</a:t>
            </a:r>
          </a:p>
          <a:p>
            <a:pPr lvl="1"/>
            <a:r>
              <a:rPr lang="en-US" dirty="0"/>
              <a:t>Peru and Colombia have substantial numbers of stunted children, with overweight children lower in comparison.</a:t>
            </a:r>
          </a:p>
          <a:p>
            <a:pPr lvl="1"/>
            <a:r>
              <a:rPr lang="en-US" dirty="0"/>
              <a:t>Venezuela, Ecuador, and Argentina show more balanced numbers between stunted and overweight children.</a:t>
            </a:r>
          </a:p>
          <a:p>
            <a:pPr lvl="1"/>
            <a:r>
              <a:rPr lang="en-US" dirty="0"/>
              <a:t>Smaller countries like Chile, Uruguay, Suriname, Paraguay, and Guyana have much lower absolute numbers of children affected by either condition.</a:t>
            </a:r>
          </a:p>
          <a:p>
            <a:pPr lvl="1"/>
            <a:r>
              <a:rPr lang="en-US" dirty="0"/>
              <a:t>Across most countries, stunting is more prevalent than overweight in Peru, Ecuador, and Venezuela, while in Brazil, overweight surpasses stunting.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AF7682-3A05-20BE-E296-8611C4C3C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latin typeface="+mn-lt"/>
              </a:rPr>
              <a:t>Children of South America (Madison)</a:t>
            </a:r>
          </a:p>
        </p:txBody>
      </p:sp>
    </p:spTree>
    <p:extLst>
      <p:ext uri="{BB962C8B-B14F-4D97-AF65-F5344CB8AC3E}">
        <p14:creationId xmlns:p14="http://schemas.microsoft.com/office/powerpoint/2010/main" val="1098688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C7BEF-8303-C7E8-330D-D36D39584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EBB96F3-9754-7053-AF8F-E3EB2EF30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+mn-lt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3909628548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agona Book"/>
        <a:ea typeface=""/>
        <a:cs typeface=""/>
      </a:majorFont>
      <a:minorFont>
        <a:latin typeface="Univer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136</Words>
  <Application>Microsoft Macintosh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 Light</vt:lpstr>
      <vt:lpstr>Sagona Book</vt:lpstr>
      <vt:lpstr>Univers</vt:lpstr>
      <vt:lpstr>ThinLineVTI</vt:lpstr>
      <vt:lpstr>Examining Health and Nutrition in South America</vt:lpstr>
      <vt:lpstr>Global Look at South America (KP)</vt:lpstr>
      <vt:lpstr>Adults of South America (Andrea)</vt:lpstr>
      <vt:lpstr>Children of South America (Madison)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Beatty,Xuan</dc:creator>
  <cp:lastModifiedBy>Beatty,Xuan</cp:lastModifiedBy>
  <cp:revision>3</cp:revision>
  <dcterms:created xsi:type="dcterms:W3CDTF">2025-12-08T05:57:19Z</dcterms:created>
  <dcterms:modified xsi:type="dcterms:W3CDTF">2025-12-08T06:10:53Z</dcterms:modified>
</cp:coreProperties>
</file>